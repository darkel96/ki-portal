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88920"/>
            <a:ext cx="1097280" cy="73152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 Projektbesprechung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Transkript-Zusammenfassung · 30. Oktober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Teilnehmende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54864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Berger (Leitung)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Kraus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Vertretung für Einkauf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54864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Team hat sich auf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Prioritäten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das </a:t>
            </a:r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dritte Quartal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geeinigt.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 bewerten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Prüfprotokolle vereinheitlichen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Schulung planen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54864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Verantwortlich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Aufwand 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Lieferantenliste prüfen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Kraus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15.10.2026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Vorlage Prüfprotokoll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Anna Berger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22.10.2026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79806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Nächster Termin: 29.10.2026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Besprechung</dc:title>
  <dc:subject>PptxGenJS Presentation</dc:subject>
  <dc:creator>PptxGenJS</dc:creator>
  <cp:lastModifiedBy>PptxGenJS</cp:lastModifiedBy>
  <cp:revision>1</cp:revision>
  <dcterms:created xsi:type="dcterms:W3CDTF">2026-10-30T09:29:30Z</dcterms:created>
  <dcterms:modified xsi:type="dcterms:W3CDTF">2026-10-30T09:29:30Z</dcterms:modified>
</cp:coreProperties>
</file>